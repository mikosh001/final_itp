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67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521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822960"/>
            <a:ext cx="3200400" cy="32004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274320"/>
            <a:ext cx="2011680" cy="2011680"/>
          </a:xfrm>
          <a:prstGeom prst="ellipse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474720"/>
            <a:ext cx="2560320" cy="256032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960120"/>
            <a:ext cx="23774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 FINAL PROJECT — CASE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application to track income, expenses, and detect overspending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584970"/>
            <a:ext cx="9144000" cy="571500"/>
          </a:xfrm>
          <a:prstGeom prst="rect">
            <a:avLst/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 err="1">
                <a:solidFill>
                  <a:srgbClr val="475569"/>
                </a:solidFill>
              </a:rPr>
              <a:t>Berdibek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Meirbek</a:t>
            </a:r>
            <a:r>
              <a:rPr lang="en-US" sz="1100" dirty="0">
                <a:solidFill>
                  <a:srgbClr val="475569"/>
                </a:solidFill>
              </a:rPr>
              <a:t>  |  Altair </a:t>
            </a:r>
            <a:r>
              <a:rPr lang="en-US" sz="1100" dirty="0" err="1">
                <a:solidFill>
                  <a:srgbClr val="475569"/>
                </a:solidFill>
              </a:rPr>
              <a:t>Abdraisov</a:t>
            </a:r>
            <a:r>
              <a:rPr lang="en-US" sz="1100" dirty="0">
                <a:solidFill>
                  <a:srgbClr val="475569"/>
                </a:solidFill>
              </a:rPr>
              <a:t>  |  </a:t>
            </a:r>
            <a:r>
              <a:rPr lang="en-US" sz="1100" dirty="0" err="1">
                <a:solidFill>
                  <a:srgbClr val="475569"/>
                </a:solidFill>
              </a:rPr>
              <a:t>Daryn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Yerbol</a:t>
            </a:r>
            <a:r>
              <a:rPr lang="en-US" sz="1100" dirty="0">
                <a:solidFill>
                  <a:srgbClr val="475569"/>
                </a:solidFill>
              </a:rPr>
              <a:t>  |  </a:t>
            </a:r>
            <a:r>
              <a:rPr lang="en-US" sz="1100" dirty="0" err="1">
                <a:solidFill>
                  <a:srgbClr val="475569"/>
                </a:solidFill>
              </a:rPr>
              <a:t>Mirzatayev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Bagdaulet</a:t>
            </a:r>
            <a:endParaRPr lang="en-US" sz="1100" dirty="0">
              <a:solidFill>
                <a:srgbClr val="47556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73152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" y="2286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Project Idea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2651760"/>
            <a:ext cx="10972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571750"/>
            <a:ext cx="283464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don't track their daily income and expenses — and end up overspending without realizing 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274320"/>
            <a:ext cx="25603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457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💰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income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records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74320"/>
            <a:ext cx="25603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457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2648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transport,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&amp; more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2560320"/>
            <a:ext cx="25603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2743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📅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83280" y="3337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3657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expense summary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560320"/>
            <a:ext cx="25603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26480" y="2743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⚠️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126480" y="3337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26480" y="3657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when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exceeds limit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 — File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1089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📁 finance_tracker/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main.py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636776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models/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883664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transaction.py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130552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services/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finance_service.py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624328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report_service.py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871216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utils/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118104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file_handler.py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364992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validator.py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tests/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858768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test_finance.py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105656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data/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352544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transactions.json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66160" y="914400"/>
            <a:ext cx="5486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30168" y="914400"/>
            <a:ext cx="52120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49040" y="950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9509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Entry Point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1216152"/>
            <a:ext cx="4937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CLI menu, user input handling,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program flow control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66160" y="1709928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30168" y="1709928"/>
            <a:ext cx="52120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49040" y="17465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17465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OOP Classes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49040" y="2011680"/>
            <a:ext cx="4937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Transaction, Expense, Income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class hierarchy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66160" y="2505456"/>
            <a:ext cx="54864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30168" y="2505456"/>
            <a:ext cx="52120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749040" y="25420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2542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Business Logic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49040" y="2807208"/>
            <a:ext cx="4937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Balance, filtering, reports,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overspending detection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66160" y="3300984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30168" y="3300984"/>
            <a:ext cx="52120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749040" y="3337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4924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Utilities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49040" y="3602736"/>
            <a:ext cx="4937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JSON file I/O, regex validation,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category checks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566160" y="4096512"/>
            <a:ext cx="54864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30168" y="4096512"/>
            <a:ext cx="52120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749040" y="41330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49240" y="4133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Unit Tests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749040" y="4398264"/>
            <a:ext cx="4937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20 unit tests using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unittest module</a:t>
            </a:r>
            <a:endParaRPr lang="en-US" sz="1000" dirty="0"/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F72A07F0-BB70-4CD8-8A04-6E4AF87C3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1" y="914400"/>
            <a:ext cx="3108960" cy="3931920"/>
          </a:xfrm>
          <a:prstGeom prst="rect">
            <a:avLst/>
          </a:prstGeom>
          <a:effectLst>
            <a:outerShdw blurRad="63500" dist="50800" dir="5400000" algn="ctr" rotWithShape="0">
              <a:srgbClr val="000000">
                <a:alpha val="8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— Class Hierarchy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834640" y="1005840"/>
            <a:ext cx="347472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834640" y="1005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834640" y="1417320"/>
            <a:ext cx="347472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48132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_type, _amount, _date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_category, _description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get_type()  get_amount()  to_dict()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2377440"/>
            <a:ext cx="0" cy="50292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669280" y="2377440"/>
            <a:ext cx="0" cy="50292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474720" y="2377440"/>
            <a:ext cx="21945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566160" y="23957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inheritance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3657600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8803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Expense(Transaction)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64408"/>
            <a:ext cx="36576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28416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super().__init__("expense", ...)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is_large(threshold=200)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is a required field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2880360"/>
            <a:ext cx="3657600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8803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Income(Transaction)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3264408"/>
            <a:ext cx="3657600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328416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6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super().__init__("income", ...)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DD6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is_large(threshold=2000)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DD6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assigned automatically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0" y="4663440"/>
            <a:ext cx="4023360" cy="32004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4663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</a:rPr>
              <a:t>⚡ Polymorphism: is_large() — same method name, different threshold per class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06984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8600" y="1490472"/>
            <a:ext cx="50292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08760"/>
            <a:ext cx="4846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expense_generator(self):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 in self._transactions: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t.get_type() == "expense":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yield 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94960" y="1490472"/>
            <a:ext cx="3520440" cy="71323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508760"/>
            <a:ext cx="3337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yield — memory efficient.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No new list created, items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delivered one by one.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42316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44144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+ Filter + Map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28600" y="2862072"/>
            <a:ext cx="50292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80360"/>
            <a:ext cx="4846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filter(lambda t: t.get_type()=="income",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transactions)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map(lambda t: t.get_amount(), ...)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94960" y="2862072"/>
            <a:ext cx="3520440" cy="713232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2880360"/>
            <a:ext cx="3337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Filter transactions by type,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extract amounts — functional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programming style.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379476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81304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Expressions (Regex)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28600" y="4233672"/>
            <a:ext cx="50292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251960"/>
            <a:ext cx="4846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= r"^\d{4}-\d{2}-\d{2}$"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re.match(pattern, date_str):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ValueError(...)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94960" y="4233672"/>
            <a:ext cx="3520440" cy="71323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4251960"/>
            <a:ext cx="3337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Validates YYYY-MM-DD date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format. \d{4} = exactly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4 digits.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— Why We Chose Each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41605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 List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" y="1325880"/>
            <a:ext cx="393192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3502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self._transactions = []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" y="1792224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are ordered — chronological order matters. append() is O(1).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14400"/>
            <a:ext cx="41605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📖  Dictionary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73168" y="1325880"/>
            <a:ext cx="393192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33502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totals[cat] = totals.get(cat, 0) + amount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73168" y="1792224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totals — O(1) key lookup. Using a list would be O(n²).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292608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926080"/>
            <a:ext cx="41605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2926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🔵  Set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8328" y="3337560"/>
            <a:ext cx="393192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4670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VALID_CATEGORIES = {"food","transport",...}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" y="3803904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validation is O(1). Checking "food" in a set is instant.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926080"/>
            <a:ext cx="41605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2926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📦  Tuple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73168" y="3337560"/>
            <a:ext cx="393192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4670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warnings.append((category, spent, limit))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73168" y="3803904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warning — 3 values grouped, immutable. Tuple is ideal for read-only records.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Efficiency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BAD APPROACH — O(n²)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393192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 = []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 in transactions: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found = False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 in categories: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c["name"] == </a:t>
            </a:r>
            <a:r>
              <a:rPr lang="en-US" sz="900" dirty="0" err="1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t.category</a:t>
            </a: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c["total"] += t.amount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found = True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found: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categories.append({...})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26700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4444"/>
                </a:solidFill>
              </a:rPr>
              <a:t>1000 transactions × 7 categories = 7000 comparisons!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0" y="1737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937760" y="914400"/>
            <a:ext cx="39319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GOOD APPROACH — O(n)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1261872"/>
            <a:ext cx="393192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280160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 = {}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 in self.expense_generator():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 = t.get_category()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totals[cat] = totals.get(cat, 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+ </a:t>
            </a:r>
            <a:r>
              <a:rPr lang="en-US" sz="900" dirty="0" err="1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t.get_amount</a:t>
            </a: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</a:rPr>
              <a:t>1000 transactions = 1000 steps. That's it!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090672"/>
            <a:ext cx="859536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54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Why is dict efficient?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54787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547872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Dict uses a hash table internally — finds keys instantly, no scanning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931920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totals.get("food", 0) is O(1). Searching a list ["food",...] is O(n)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31596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431596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Set also uses hashing — VALID_CATEGORIES membership check is O(1)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— JSON Storage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1148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4114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transactions.json — sample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"income",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"amount": 1500,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"date": "2026-05-01",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"description": "Monthly salary"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"expense",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"category": "food",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"amount": 45,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"date": "2026-05-02",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"description": "Groceries"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26280" y="96012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20640" y="914400"/>
            <a:ext cx="37490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950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App starts up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0" y="1243584"/>
            <a:ext cx="356616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125272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load_transactions(DATA_FILE)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73168" y="1463040"/>
            <a:ext cx="0" cy="420624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526280" y="1929384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9293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20640" y="1883664"/>
            <a:ext cx="37490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12080" y="1920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Dict → Object conversion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12080" y="2212848"/>
            <a:ext cx="356616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222199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fs.load_from_data(data)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73168" y="2432304"/>
            <a:ext cx="0" cy="420624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526280" y="289864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2898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➕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20640" y="2852928"/>
            <a:ext cx="37490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12080" y="28895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Add / modify transactions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12080" y="3182112"/>
            <a:ext cx="356616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319125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fs.add_expense(amount, date, cat)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73168" y="3401568"/>
            <a:ext cx="0" cy="420624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526280" y="3867912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3867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120640" y="3822192"/>
            <a:ext cx="37490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212080" y="3858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Save on exit (press 0)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212080" y="4151376"/>
            <a:ext cx="356616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41605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save_transactions(DATA_FILE, ...)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434840" y="4709160"/>
            <a:ext cx="4434840" cy="27432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34840" y="470916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2400E"/>
                </a:solidFill>
              </a:rPr>
              <a:t>💡  with open(...) — automatically closes the file, no need for f.close()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— tests/test_finance.py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20116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274320" y="2286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tests passed 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914400"/>
            <a:ext cx="20574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0" y="914400"/>
            <a:ext cx="20574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914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TestTransactionModels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08960" y="1325880"/>
            <a:ext cx="960120" cy="96012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32588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4 tests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70048" y="237744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expense_creation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70048" y="265176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income_creation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70048" y="292608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is_large()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70048" y="320040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to_dict()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20574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914400"/>
            <a:ext cx="205740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914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TestFinanceService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0" y="1325880"/>
            <a:ext cx="960120" cy="96012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132588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8 tests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237744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get_balance()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64608" y="265176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add_transaction_count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64608" y="292608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category_totals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64608" y="320040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filter_by_month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64608" y="347472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overspending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64608" y="374904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no_overspending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64608" y="402336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delete_last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64608" y="429768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empty_balance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949440" y="914400"/>
            <a:ext cx="20574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9440" y="914400"/>
            <a:ext cx="20574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22592" y="914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TestValidators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98080" y="1325880"/>
            <a:ext cx="960120" cy="96012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132588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8 tests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59168" y="237744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valid_amount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059168" y="265176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negative_amount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059168" y="292608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text_amount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059168" y="320040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valid_date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059168" y="347472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invalid_date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059168" y="374904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valid_category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059168" y="402336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invalid_category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059168" y="429768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case_insensitive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 20 tests in 0.00</a:t>
            </a:r>
            <a:r>
              <a:rPr lang="kk-KZ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    OK   ✓  All tests passed!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1605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41605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Mirzatayev Bagdaulet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54680" y="914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</a:rPr>
              <a:t>Models — OOP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8328" y="133502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models/transaction.py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" y="1600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Transaction base class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" y="19019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Expense class (inheritance)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8328" y="22037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Income class (polymorphism)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8328" y="25054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to_dict(), __str__() methods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1605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14400"/>
            <a:ext cx="416052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9144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Berdibek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0" y="914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</a:rPr>
              <a:t>FinanceService + Report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73168" y="133502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finance_service.py, report_service.py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73168" y="1600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get_balance(), add_expense/income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73168" y="19019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expense_generator() — generator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73168" y="22037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get_category_totals() — dict O(n)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73168" y="25054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detect_overspending(), all reports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3063240"/>
            <a:ext cx="41605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063240"/>
            <a:ext cx="41605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0632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Altair Abdraisov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54680" y="306324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</a:rPr>
              <a:t>Tests + main.py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" y="348386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tests/test_finance.py, main.py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" y="3749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20 unit tests (unittest module)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8328" y="40507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setUp(), assertAlmostEqual()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8328" y="43525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CLI menu &amp; program flow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38328" y="46542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get_input() with validation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3063240"/>
            <a:ext cx="41605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063240"/>
            <a:ext cx="41605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0632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Daryn Yerbol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89520" y="306324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</a:rPr>
              <a:t>Utils + Tests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73168" y="348386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utils/file_handler.py, validator.py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73168" y="3749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load/save JSON — file handling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73168" y="40507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validate_date() — regex pattern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73168" y="43525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validate_category() — set O(1)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73168" y="46542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validate_amount() — error handling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200400"/>
            <a:ext cx="4114800" cy="41148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classes — Transaction, Expense, Income, FinanceService, ReportService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OOP: encapsulation, inheritance, polymorphism — fully implemented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56816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Generator, lambda, filter, map, regex — Advanced Python features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32304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O(n), Set O(1) — algorithmic efficiency justified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0779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 read/write — File Handling with error handling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unit tests — all PASSED (unittest module)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858768"/>
            <a:ext cx="8229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1337</Words>
  <Application>Microsoft Office PowerPoint</Application>
  <PresentationFormat>Экран (16:9)</PresentationFormat>
  <Paragraphs>249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Finance Tracker</dc:title>
  <dc:subject>PptxGenJS Presentation</dc:subject>
  <dc:creator>PptxGenJS</dc:creator>
  <cp:lastModifiedBy>Микош</cp:lastModifiedBy>
  <cp:revision>3</cp:revision>
  <dcterms:created xsi:type="dcterms:W3CDTF">2026-05-20T05:59:33Z</dcterms:created>
  <dcterms:modified xsi:type="dcterms:W3CDTF">2026-05-20T14:12:25Z</dcterms:modified>
</cp:coreProperties>
</file>